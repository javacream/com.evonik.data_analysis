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54290-B8D5-4423-B4AB-667D6651B046}" v="59" dt="2023-02-16T19:45:23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ner Sawitzki (Guest)" userId="S::rainer.sawitzki_gmail.com#ext#@evonik.onmicrosoft.com::0ca11261-93e5-44a6-906b-bba853950dfd" providerId="AD" clId="Web-{6D254290-B8D5-4423-B4AB-667D6651B046}"/>
    <pc:docChg chg="modSld">
      <pc:chgData name="Rainer Sawitzki (Guest)" userId="S::rainer.sawitzki_gmail.com#ext#@evonik.onmicrosoft.com::0ca11261-93e5-44a6-906b-bba853950dfd" providerId="AD" clId="Web-{6D254290-B8D5-4423-B4AB-667D6651B046}" dt="2023-02-16T19:45:23.100" v="39" actId="1076"/>
      <pc:docMkLst>
        <pc:docMk/>
      </pc:docMkLst>
      <pc:sldChg chg="addSp delSp modSp mod modClrScheme chgLayout">
        <pc:chgData name="Rainer Sawitzki (Guest)" userId="S::rainer.sawitzki_gmail.com#ext#@evonik.onmicrosoft.com::0ca11261-93e5-44a6-906b-bba853950dfd" providerId="AD" clId="Web-{6D254290-B8D5-4423-B4AB-667D6651B046}" dt="2023-02-16T19:45:23.100" v="39" actId="1076"/>
        <pc:sldMkLst>
          <pc:docMk/>
          <pc:sldMk cId="1577499883" sldId="256"/>
        </pc:sldMkLst>
        <pc:spChg chg="del mod ord">
          <ac:chgData name="Rainer Sawitzki (Guest)" userId="S::rainer.sawitzki_gmail.com#ext#@evonik.onmicrosoft.com::0ca11261-93e5-44a6-906b-bba853950dfd" providerId="AD" clId="Web-{6D254290-B8D5-4423-B4AB-667D6651B046}" dt="2023-02-16T19:37:57.792" v="1"/>
          <ac:spMkLst>
            <pc:docMk/>
            <pc:sldMk cId="1577499883" sldId="256"/>
            <ac:spMk id="2" creationId="{00000000-0000-0000-0000-000000000000}"/>
          </ac:spMkLst>
        </pc:spChg>
        <pc:spChg chg="del">
          <ac:chgData name="Rainer Sawitzki (Guest)" userId="S::rainer.sawitzki_gmail.com#ext#@evonik.onmicrosoft.com::0ca11261-93e5-44a6-906b-bba853950dfd" providerId="AD" clId="Web-{6D254290-B8D5-4423-B4AB-667D6651B046}" dt="2023-02-16T19:37:52.245" v="0"/>
          <ac:spMkLst>
            <pc:docMk/>
            <pc:sldMk cId="1577499883" sldId="256"/>
            <ac:spMk id="3" creationId="{00000000-0000-0000-0000-000000000000}"/>
          </ac:spMkLst>
        </pc:spChg>
        <pc:spChg chg="add mod">
          <ac:chgData name="Rainer Sawitzki (Guest)" userId="S::rainer.sawitzki_gmail.com#ext#@evonik.onmicrosoft.com::0ca11261-93e5-44a6-906b-bba853950dfd" providerId="AD" clId="Web-{6D254290-B8D5-4423-B4AB-667D6651B046}" dt="2023-02-16T19:43:06.675" v="32" actId="1076"/>
          <ac:spMkLst>
            <pc:docMk/>
            <pc:sldMk cId="1577499883" sldId="256"/>
            <ac:spMk id="5" creationId="{F934863E-CBBE-7AF1-DCEA-BCAB1749A7B5}"/>
          </ac:spMkLst>
        </pc:spChg>
        <pc:spChg chg="add mod">
          <ac:chgData name="Rainer Sawitzki (Guest)" userId="S::rainer.sawitzki_gmail.com#ext#@evonik.onmicrosoft.com::0ca11261-93e5-44a6-906b-bba853950dfd" providerId="AD" clId="Web-{6D254290-B8D5-4423-B4AB-667D6651B046}" dt="2023-02-16T19:43:06.675" v="33" actId="1076"/>
          <ac:spMkLst>
            <pc:docMk/>
            <pc:sldMk cId="1577499883" sldId="256"/>
            <ac:spMk id="8" creationId="{B20BF3CC-DCD3-2C31-B55C-F592AB24A3E1}"/>
          </ac:spMkLst>
        </pc:spChg>
        <pc:picChg chg="add mod">
          <ac:chgData name="Rainer Sawitzki (Guest)" userId="S::rainer.sawitzki_gmail.com#ext#@evonik.onmicrosoft.com::0ca11261-93e5-44a6-906b-bba853950dfd" providerId="AD" clId="Web-{6D254290-B8D5-4423-B4AB-667D6651B046}" dt="2023-02-16T19:43:06.675" v="31" actId="1076"/>
          <ac:picMkLst>
            <pc:docMk/>
            <pc:sldMk cId="1577499883" sldId="256"/>
            <ac:picMk id="4" creationId="{2E93A806-E5FF-C1D6-8F96-3972B91CCB8D}"/>
          </ac:picMkLst>
        </pc:picChg>
        <pc:picChg chg="add del mod">
          <ac:chgData name="Rainer Sawitzki (Guest)" userId="S::rainer.sawitzki_gmail.com#ext#@evonik.onmicrosoft.com::0ca11261-93e5-44a6-906b-bba853950dfd" providerId="AD" clId="Web-{6D254290-B8D5-4423-B4AB-667D6651B046}" dt="2023-02-16T19:41:32.532" v="13"/>
          <ac:picMkLst>
            <pc:docMk/>
            <pc:sldMk cId="1577499883" sldId="256"/>
            <ac:picMk id="6" creationId="{276421DF-F744-4DA6-C588-C64F253EFC4C}"/>
          </ac:picMkLst>
        </pc:picChg>
        <pc:picChg chg="add del mod">
          <ac:chgData name="Rainer Sawitzki (Guest)" userId="S::rainer.sawitzki_gmail.com#ext#@evonik.onmicrosoft.com::0ca11261-93e5-44a6-906b-bba853950dfd" providerId="AD" clId="Web-{6D254290-B8D5-4423-B4AB-667D6651B046}" dt="2023-02-16T19:41:41.782" v="16"/>
          <ac:picMkLst>
            <pc:docMk/>
            <pc:sldMk cId="1577499883" sldId="256"/>
            <ac:picMk id="7" creationId="{26F0F613-2735-2D80-E168-5A7738E1B687}"/>
          </ac:picMkLst>
        </pc:picChg>
        <pc:picChg chg="add del mod">
          <ac:chgData name="Rainer Sawitzki (Guest)" userId="S::rainer.sawitzki_gmail.com#ext#@evonik.onmicrosoft.com::0ca11261-93e5-44a6-906b-bba853950dfd" providerId="AD" clId="Web-{6D254290-B8D5-4423-B4AB-667D6651B046}" dt="2023-02-16T19:44:43.427" v="35"/>
          <ac:picMkLst>
            <pc:docMk/>
            <pc:sldMk cId="1577499883" sldId="256"/>
            <ac:picMk id="9" creationId="{6996EC78-720D-B9B6-23A3-1B362D2C8E48}"/>
          </ac:picMkLst>
        </pc:picChg>
        <pc:picChg chg="add mod">
          <ac:chgData name="Rainer Sawitzki (Guest)" userId="S::rainer.sawitzki_gmail.com#ext#@evonik.onmicrosoft.com::0ca11261-93e5-44a6-906b-bba853950dfd" providerId="AD" clId="Web-{6D254290-B8D5-4423-B4AB-667D6651B046}" dt="2023-02-16T19:45:23.100" v="39" actId="1076"/>
          <ac:picMkLst>
            <pc:docMk/>
            <pc:sldMk cId="1577499883" sldId="256"/>
            <ac:picMk id="10" creationId="{81AFB590-09DF-05E9-3321-56C19183E3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4" descr="Ein Bild, das Text enthält.&#10;&#10;Beschreibung automatisch generiert.">
            <a:extLst>
              <a:ext uri="{FF2B5EF4-FFF2-40B4-BE49-F238E27FC236}">
                <a16:creationId xmlns:a16="http://schemas.microsoft.com/office/drawing/2014/main" id="{2E93A806-E5FF-C1D6-8F96-3972B91CC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70" y="704589"/>
            <a:ext cx="4371583" cy="243213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934863E-CBBE-7AF1-DCEA-BCAB1749A7B5}"/>
              </a:ext>
            </a:extLst>
          </p:cNvPr>
          <p:cNvSpPr txBox="1"/>
          <p:nvPr/>
        </p:nvSpPr>
        <p:spPr>
          <a:xfrm>
            <a:off x="1442581" y="114430"/>
            <a:ext cx="2438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Simple </a:t>
            </a:r>
            <a:r>
              <a:rPr lang="de-DE" dirty="0" err="1">
                <a:cs typeface="Calibri"/>
              </a:rPr>
              <a:t>editor</a:t>
            </a:r>
            <a:endParaRPr lang="de-DE" dirty="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0BF3CC-DCD3-2C31-B55C-F592AB24A3E1}"/>
              </a:ext>
            </a:extLst>
          </p:cNvPr>
          <p:cNvSpPr txBox="1"/>
          <p:nvPr/>
        </p:nvSpPr>
        <p:spPr>
          <a:xfrm>
            <a:off x="8123129" y="208374"/>
            <a:ext cx="2438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 err="1">
                <a:cs typeface="Calibri"/>
              </a:rPr>
              <a:t>Jupyter</a:t>
            </a:r>
            <a:r>
              <a:rPr lang="de-DE" dirty="0">
                <a:cs typeface="Calibri"/>
              </a:rPr>
              <a:t> Notebook</a:t>
            </a:r>
          </a:p>
        </p:txBody>
      </p:sp>
      <p:pic>
        <p:nvPicPr>
          <p:cNvPr id="10" name="Grafik 10" descr="Ein Bild, das Text enthält.&#10;&#10;Beschreibung automatisch generiert.">
            <a:extLst>
              <a:ext uri="{FF2B5EF4-FFF2-40B4-BE49-F238E27FC236}">
                <a16:creationId xmlns:a16="http://schemas.microsoft.com/office/drawing/2014/main" id="{81AFB590-09DF-05E9-3321-56C19183E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263" y="690697"/>
            <a:ext cx="4423775" cy="220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164042-2868-408b-a417-7dbe631b5b0f">
      <Terms xmlns="http://schemas.microsoft.com/office/infopath/2007/PartnerControls"/>
    </lcf76f155ced4ddcb4097134ff3c332f>
    <Kommentare xmlns="09164042-2868-408b-a417-7dbe631b5b0f" xsi:nil="true"/>
    <TaxCatchAll xmlns="60706e3a-628a-464b-9a52-4dd6c9226f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47A32C49F98043A013FEBFBABC0102" ma:contentTypeVersion="20" ma:contentTypeDescription="Create a new document." ma:contentTypeScope="" ma:versionID="1bc34b89979c12a8e913bce4062918c4">
  <xsd:schema xmlns:xsd="http://www.w3.org/2001/XMLSchema" xmlns:xs="http://www.w3.org/2001/XMLSchema" xmlns:p="http://schemas.microsoft.com/office/2006/metadata/properties" xmlns:ns2="09164042-2868-408b-a417-7dbe631b5b0f" xmlns:ns3="60706e3a-628a-464b-9a52-4dd6c9226f3f" targetNamespace="http://schemas.microsoft.com/office/2006/metadata/properties" ma:root="true" ma:fieldsID="168f9a7af18c8a638d29939a56d2e8e4" ns2:_="" ns3:_="">
    <xsd:import namespace="09164042-2868-408b-a417-7dbe631b5b0f"/>
    <xsd:import namespace="60706e3a-628a-464b-9a52-4dd6c9226f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ommentare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64042-2868-408b-a417-7dbe631b5b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Kommentare" ma:index="20" nillable="true" ma:displayName="Kommentare" ma:format="Dropdown" ma:internalName="Kommentar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23ef092-bb7d-4dd6-a2c4-1d73ad4cb2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706e3a-628a-464b-9a52-4dd6c9226f3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45c7006-dda6-413d-8855-ebcfe231356e}" ma:internalName="TaxCatchAll" ma:showField="CatchAllData" ma:web="60706e3a-628a-464b-9a52-4dd6c9226f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72D03-8229-4ACF-B3B8-315AF5754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948DA-4CC0-4EEB-A994-E0A1A149B189}">
  <ds:schemaRefs>
    <ds:schemaRef ds:uri="http://schemas.microsoft.com/office/2006/metadata/properties"/>
    <ds:schemaRef ds:uri="http://schemas.microsoft.com/office/infopath/2007/PartnerControls"/>
    <ds:schemaRef ds:uri="09164042-2868-408b-a417-7dbe631b5b0f"/>
    <ds:schemaRef ds:uri="60706e3a-628a-464b-9a52-4dd6c9226f3f"/>
  </ds:schemaRefs>
</ds:datastoreItem>
</file>

<file path=customXml/itemProps3.xml><?xml version="1.0" encoding="utf-8"?>
<ds:datastoreItem xmlns:ds="http://schemas.openxmlformats.org/officeDocument/2006/customXml" ds:itemID="{9758B95C-8705-495C-87C7-8E5C9A579EC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/>
  <cp:lastModifiedBy/>
  <cp:revision>23</cp:revision>
  <dcterms:created xsi:type="dcterms:W3CDTF">2023-02-16T19:37:45Z</dcterms:created>
  <dcterms:modified xsi:type="dcterms:W3CDTF">2023-02-16T19:45:26Z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0x010100C547A32C49F98043A013FEBFBABC0102</vt:lpwstr>
  </property>
  <property fmtid="{D5CDD505-2E9C-101B-9397-08002B2CF9AE}" pid="3" name="MediaServiceImageTags">
    <vt:lpwstr/>
  </property>
</Properties>
</file>