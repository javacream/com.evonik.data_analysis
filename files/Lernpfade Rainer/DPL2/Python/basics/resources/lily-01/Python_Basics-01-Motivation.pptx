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DA156C-6469-4BC7-9D3D-6E94EB128760}" v="45" dt="2023-02-15T19:33:55.1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iner Sawitzki (Guest)" userId="S::rainer.sawitzki_gmail.com#ext#@evonik.onmicrosoft.com::0ca11261-93e5-44a6-906b-bba853950dfd" providerId="AD" clId="Web-{92DA156C-6469-4BC7-9D3D-6E94EB128760}"/>
    <pc:docChg chg="modSld">
      <pc:chgData name="Rainer Sawitzki (Guest)" userId="S::rainer.sawitzki_gmail.com#ext#@evonik.onmicrosoft.com::0ca11261-93e5-44a6-906b-bba853950dfd" providerId="AD" clId="Web-{92DA156C-6469-4BC7-9D3D-6E94EB128760}" dt="2023-02-15T19:33:55.068" v="39" actId="14100"/>
      <pc:docMkLst>
        <pc:docMk/>
      </pc:docMkLst>
      <pc:sldChg chg="addSp delSp modSp mod modClrScheme chgLayout">
        <pc:chgData name="Rainer Sawitzki (Guest)" userId="S::rainer.sawitzki_gmail.com#ext#@evonik.onmicrosoft.com::0ca11261-93e5-44a6-906b-bba853950dfd" providerId="AD" clId="Web-{92DA156C-6469-4BC7-9D3D-6E94EB128760}" dt="2023-02-15T19:33:55.068" v="39" actId="14100"/>
        <pc:sldMkLst>
          <pc:docMk/>
          <pc:sldMk cId="1577499883" sldId="256"/>
        </pc:sldMkLst>
        <pc:spChg chg="mod ord">
          <ac:chgData name="Rainer Sawitzki (Guest)" userId="S::rainer.sawitzki_gmail.com#ext#@evonik.onmicrosoft.com::0ca11261-93e5-44a6-906b-bba853950dfd" providerId="AD" clId="Web-{92DA156C-6469-4BC7-9D3D-6E94EB128760}" dt="2023-02-15T19:27:56.256" v="15" actId="20577"/>
          <ac:spMkLst>
            <pc:docMk/>
            <pc:sldMk cId="1577499883" sldId="256"/>
            <ac:spMk id="2" creationId="{00000000-0000-0000-0000-000000000000}"/>
          </ac:spMkLst>
        </pc:spChg>
        <pc:spChg chg="del">
          <ac:chgData name="Rainer Sawitzki (Guest)" userId="S::rainer.sawitzki_gmail.com#ext#@evonik.onmicrosoft.com::0ca11261-93e5-44a6-906b-bba853950dfd" providerId="AD" clId="Web-{92DA156C-6469-4BC7-9D3D-6E94EB128760}" dt="2023-02-15T19:25:59.222" v="0"/>
          <ac:spMkLst>
            <pc:docMk/>
            <pc:sldMk cId="1577499883" sldId="256"/>
            <ac:spMk id="3" creationId="{00000000-0000-0000-0000-000000000000}"/>
          </ac:spMkLst>
        </pc:spChg>
        <pc:spChg chg="add mod">
          <ac:chgData name="Rainer Sawitzki (Guest)" userId="S::rainer.sawitzki_gmail.com#ext#@evonik.onmicrosoft.com::0ca11261-93e5-44a6-906b-bba853950dfd" providerId="AD" clId="Web-{92DA156C-6469-4BC7-9D3D-6E94EB128760}" dt="2023-02-15T19:33:55.068" v="39" actId="14100"/>
          <ac:spMkLst>
            <pc:docMk/>
            <pc:sldMk cId="1577499883" sldId="256"/>
            <ac:spMk id="8" creationId="{98038E43-AF59-488D-427A-5D1AAEC4D3E6}"/>
          </ac:spMkLst>
        </pc:spChg>
        <pc:picChg chg="add del mod">
          <ac:chgData name="Rainer Sawitzki (Guest)" userId="S::rainer.sawitzki_gmail.com#ext#@evonik.onmicrosoft.com::0ca11261-93e5-44a6-906b-bba853950dfd" providerId="AD" clId="Web-{92DA156C-6469-4BC7-9D3D-6E94EB128760}" dt="2023-02-15T19:28:41.866" v="19"/>
          <ac:picMkLst>
            <pc:docMk/>
            <pc:sldMk cId="1577499883" sldId="256"/>
            <ac:picMk id="4" creationId="{D66F1D1D-F040-04A8-F90B-100B9CC0C858}"/>
          </ac:picMkLst>
        </pc:picChg>
        <pc:picChg chg="add mod">
          <ac:chgData name="Rainer Sawitzki (Guest)" userId="S::rainer.sawitzki_gmail.com#ext#@evonik.onmicrosoft.com::0ca11261-93e5-44a6-906b-bba853950dfd" providerId="AD" clId="Web-{92DA156C-6469-4BC7-9D3D-6E94EB128760}" dt="2023-02-15T19:29:08.265" v="24" actId="1076"/>
          <ac:picMkLst>
            <pc:docMk/>
            <pc:sldMk cId="1577499883" sldId="256"/>
            <ac:picMk id="5" creationId="{154F8D52-CBAB-9AFD-6BEE-8F9F2C70BB17}"/>
          </ac:picMkLst>
        </pc:picChg>
        <pc:picChg chg="add mod">
          <ac:chgData name="Rainer Sawitzki (Guest)" userId="S::rainer.sawitzki_gmail.com#ext#@evonik.onmicrosoft.com::0ca11261-93e5-44a6-906b-bba853950dfd" providerId="AD" clId="Web-{92DA156C-6469-4BC7-9D3D-6E94EB128760}" dt="2023-02-15T19:30:16.235" v="29" actId="14100"/>
          <ac:picMkLst>
            <pc:docMk/>
            <pc:sldMk cId="1577499883" sldId="256"/>
            <ac:picMk id="6" creationId="{1C96EE4A-0D35-A977-32FC-A7994B056530}"/>
          </ac:picMkLst>
        </pc:picChg>
        <pc:picChg chg="add mod">
          <ac:chgData name="Rainer Sawitzki (Guest)" userId="S::rainer.sawitzki_gmail.com#ext#@evonik.onmicrosoft.com::0ca11261-93e5-44a6-906b-bba853950dfd" providerId="AD" clId="Web-{92DA156C-6469-4BC7-9D3D-6E94EB128760}" dt="2023-02-15T19:32:00.378" v="34" actId="14100"/>
          <ac:picMkLst>
            <pc:docMk/>
            <pc:sldMk cId="1577499883" sldId="256"/>
            <ac:picMk id="7" creationId="{9218D02D-8B7E-F2BB-73F6-25BB5E3E445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15.02.2023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316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15.02.2023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200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15.02.2023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558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15.02.2023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2901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15.02.2023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4084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15.02.2023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0206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15.02.2023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7692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15.02.2023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388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15.02.2023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9888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15.02.2023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9206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15.02.2023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995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EB3054-B75A-4BD7-8B3E-8DC0F614FAF3}" type="datetimeFigureOut">
              <a:rPr lang="de-DE" smtClean="0"/>
              <a:t>15.02.2023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472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cs typeface="Calibri Light"/>
              </a:rPr>
              <a:t>Want </a:t>
            </a:r>
            <a:r>
              <a:rPr lang="de-DE" dirty="0" err="1">
                <a:cs typeface="Calibri Light"/>
              </a:rPr>
              <a:t>to</a:t>
            </a:r>
            <a:r>
              <a:rPr lang="de-DE" dirty="0">
                <a:cs typeface="Calibri Light"/>
              </a:rPr>
              <a:t> </a:t>
            </a:r>
            <a:r>
              <a:rPr lang="de-DE" dirty="0" err="1">
                <a:cs typeface="Calibri Light"/>
              </a:rPr>
              <a:t>learn</a:t>
            </a:r>
            <a:r>
              <a:rPr lang="de-DE" dirty="0">
                <a:cs typeface="Calibri Light"/>
              </a:rPr>
              <a:t> Python? But </a:t>
            </a:r>
            <a:r>
              <a:rPr lang="de-DE" dirty="0" err="1">
                <a:cs typeface="Calibri Light"/>
              </a:rPr>
              <a:t>why</a:t>
            </a:r>
            <a:r>
              <a:rPr lang="de-DE" dirty="0">
                <a:cs typeface="Calibri Light"/>
              </a:rPr>
              <a:t>?</a:t>
            </a:r>
            <a:endParaRPr lang="de-DE" dirty="0"/>
          </a:p>
        </p:txBody>
      </p:sp>
      <p:pic>
        <p:nvPicPr>
          <p:cNvPr id="5" name="Grafik 5">
            <a:extLst>
              <a:ext uri="{FF2B5EF4-FFF2-40B4-BE49-F238E27FC236}">
                <a16:creationId xmlns:a16="http://schemas.microsoft.com/office/drawing/2014/main" id="{154F8D52-CBAB-9AFD-6BEE-8F9F2C70B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19" y="1996872"/>
            <a:ext cx="3591106" cy="4143254"/>
          </a:xfrm>
          <a:prstGeom prst="rect">
            <a:avLst/>
          </a:prstGeom>
        </p:spPr>
      </p:pic>
      <p:pic>
        <p:nvPicPr>
          <p:cNvPr id="6" name="Grafik 6" descr="Ein Bild, das drinnen enthält.&#10;&#10;Beschreibung automatisch generiert.">
            <a:extLst>
              <a:ext uri="{FF2B5EF4-FFF2-40B4-BE49-F238E27FC236}">
                <a16:creationId xmlns:a16="http://schemas.microsoft.com/office/drawing/2014/main" id="{1C96EE4A-0D35-A977-32FC-A7994B056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441" y="1994900"/>
            <a:ext cx="3327226" cy="4141678"/>
          </a:xfrm>
          <a:prstGeom prst="rect">
            <a:avLst/>
          </a:prstGeom>
        </p:spPr>
      </p:pic>
      <p:pic>
        <p:nvPicPr>
          <p:cNvPr id="7" name="Grafik 7" descr="Ein Bild, das Text, Person, drinnen, sitzend enthält.&#10;&#10;Beschreibung automatisch generiert.">
            <a:extLst>
              <a:ext uri="{FF2B5EF4-FFF2-40B4-BE49-F238E27FC236}">
                <a16:creationId xmlns:a16="http://schemas.microsoft.com/office/drawing/2014/main" id="{9218D02D-8B7E-F2BB-73F6-25BB5E3E44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853" y="1996669"/>
            <a:ext cx="3807911" cy="4085949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98038E43-AF59-488D-427A-5D1AAEC4D3E6}"/>
              </a:ext>
            </a:extLst>
          </p:cNvPr>
          <p:cNvSpPr txBox="1"/>
          <p:nvPr/>
        </p:nvSpPr>
        <p:spPr>
          <a:xfrm>
            <a:off x="8319369" y="6356958"/>
            <a:ext cx="368473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 err="1">
                <a:ea typeface="+mn-lt"/>
                <a:cs typeface="+mn-lt"/>
              </a:rPr>
              <a:t>licence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may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be</a:t>
            </a:r>
            <a:r>
              <a:rPr lang="de-DE" dirty="0">
                <a:ea typeface="+mn-lt"/>
                <a:cs typeface="+mn-lt"/>
              </a:rPr>
              <a:t> express </a:t>
            </a:r>
            <a:r>
              <a:rPr lang="de-DE" dirty="0" err="1">
                <a:ea typeface="+mn-lt"/>
                <a:cs typeface="+mn-lt"/>
              </a:rPr>
              <a:t>or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implied</a:t>
            </a:r>
            <a:endParaRPr lang="de-DE" dirty="0" err="1"/>
          </a:p>
        </p:txBody>
      </p:sp>
    </p:spTree>
    <p:extLst>
      <p:ext uri="{BB962C8B-B14F-4D97-AF65-F5344CB8AC3E}">
        <p14:creationId xmlns:p14="http://schemas.microsoft.com/office/powerpoint/2010/main" val="1577499883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ariss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547A32C49F98043A013FEBFBABC0102" ma:contentTypeVersion="20" ma:contentTypeDescription="Ein neues Dokument erstellen." ma:contentTypeScope="" ma:versionID="940c8578ad2409c38fcc9c6f75c71457">
  <xsd:schema xmlns:xsd="http://www.w3.org/2001/XMLSchema" xmlns:xs="http://www.w3.org/2001/XMLSchema" xmlns:p="http://schemas.microsoft.com/office/2006/metadata/properties" xmlns:ns2="09164042-2868-408b-a417-7dbe631b5b0f" xmlns:ns3="60706e3a-628a-464b-9a52-4dd6c9226f3f" targetNamespace="http://schemas.microsoft.com/office/2006/metadata/properties" ma:root="true" ma:fieldsID="d1d593171c69c6a18a1349d6b5aae708" ns2:_="" ns3:_="">
    <xsd:import namespace="09164042-2868-408b-a417-7dbe631b5b0f"/>
    <xsd:import namespace="60706e3a-628a-464b-9a52-4dd6c9226f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Kommentare" minOccurs="0"/>
                <xsd:element ref="ns3:TaxCatchAll" minOccurs="0"/>
                <xsd:element ref="ns2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164042-2868-408b-a417-7dbe631b5b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Length (seconds)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Kommentare" ma:index="20" nillable="true" ma:displayName="Kommentare" ma:format="Dropdown" ma:internalName="Kommentare">
      <xsd:simpleType>
        <xsd:restriction base="dms:Note">
          <xsd:maxLength value="255"/>
        </xsd:restriction>
      </xsd:simpleType>
    </xsd:element>
    <xsd:element name="lcf76f155ced4ddcb4097134ff3c332f" ma:index="23" nillable="true" ma:taxonomy="true" ma:internalName="lcf76f155ced4ddcb4097134ff3c332f" ma:taxonomyFieldName="MediaServiceImageTags" ma:displayName="Bildmarkierungen" ma:readOnly="false" ma:fieldId="{5cf76f15-5ced-4ddc-b409-7134ff3c332f}" ma:taxonomyMulti="true" ma:sspId="f23ef092-bb7d-4dd6-a2c4-1d73ad4cb2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706e3a-628a-464b-9a52-4dd6c9226f3f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b45c7006-dda6-413d-8855-ebcfe231356e}" ma:internalName="TaxCatchAll" ma:showField="CatchAllData" ma:web="60706e3a-628a-464b-9a52-4dd6c9226f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9164042-2868-408b-a417-7dbe631b5b0f">
      <Terms xmlns="http://schemas.microsoft.com/office/infopath/2007/PartnerControls"/>
    </lcf76f155ced4ddcb4097134ff3c332f>
    <Kommentare xmlns="09164042-2868-408b-a417-7dbe631b5b0f" xsi:nil="true"/>
    <TaxCatchAll xmlns="60706e3a-628a-464b-9a52-4dd6c9226f3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3680881-3EA7-4BEE-967E-C3CEF596CEAB}"/>
</file>

<file path=customXml/itemProps2.xml><?xml version="1.0" encoding="utf-8"?>
<ds:datastoreItem xmlns:ds="http://schemas.openxmlformats.org/officeDocument/2006/customXml" ds:itemID="{33B18375-118B-467E-A3A9-84E29AC0926D}">
  <ds:schemaRefs>
    <ds:schemaRef ds:uri="http://schemas.microsoft.com/office/2006/metadata/properties"/>
    <ds:schemaRef ds:uri="http://schemas.microsoft.com/office/infopath/2007/PartnerControls"/>
    <ds:schemaRef ds:uri="09164042-2868-408b-a417-7dbe631b5b0f"/>
    <ds:schemaRef ds:uri="60706e3a-628a-464b-9a52-4dd6c9226f3f"/>
  </ds:schemaRefs>
</ds:datastoreItem>
</file>

<file path=customXml/itemProps3.xml><?xml version="1.0" encoding="utf-8"?>
<ds:datastoreItem xmlns:ds="http://schemas.openxmlformats.org/officeDocument/2006/customXml" ds:itemID="{3786F0EA-A43E-4C2D-A94C-5531145317C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2" baseType="lpstr">
      <vt:lpstr>Larissa</vt:lpstr>
      <vt:lpstr>Want to learn Python? But why?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/>
  <cp:lastModifiedBy/>
  <cp:revision>22</cp:revision>
  <dcterms:created xsi:type="dcterms:W3CDTF">2023-02-15T19:25:51Z</dcterms:created>
  <dcterms:modified xsi:type="dcterms:W3CDTF">2023-02-15T19:33:57Z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0x010100C547A32C49F98043A013FEBFBABC0102</vt:lpwstr>
  </property>
  <property fmtid="{D5CDD505-2E9C-101B-9397-08002B2CF9AE}" pid="3" name="MediaServiceImageTags">
    <vt:lpwstr/>
  </property>
</Properties>
</file>